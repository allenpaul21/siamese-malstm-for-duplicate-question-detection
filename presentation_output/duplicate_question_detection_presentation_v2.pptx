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90f84269a4076" /><Relationship Type="http://schemas.openxmlformats.org/officeDocument/2006/relationships/extended-properties" Target="/docProps/app.xml" Id="R1d42ac8e3e9041c6" /><Relationship Type="http://schemas.openxmlformats.org/officeDocument/2006/relationships/officeDocument" Target="/ppt/presentation.xml" Id="Rea9bb467c84a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9cb925e47046f5"/>
  </p:sldMasterIdLst>
  <p:notesMasterIdLst>
    <p:notesMasterId xmlns:r="http://schemas.openxmlformats.org/officeDocument/2006/relationships" r:id="R2d7c7b94a9ca4078"/>
  </p:notesMasterIdLst>
  <p:sldIdLst>
    <p:sldId xmlns:r="http://schemas.openxmlformats.org/officeDocument/2006/relationships" id="256" r:id="Re6fdc0824f1f49fd"/>
    <p:sldId xmlns:r="http://schemas.openxmlformats.org/officeDocument/2006/relationships" id="257" r:id="R7e66f834fe4c43d6"/>
    <p:sldId xmlns:r="http://schemas.openxmlformats.org/officeDocument/2006/relationships" id="258" r:id="R33951a044a7d4b75"/>
    <p:sldId xmlns:r="http://schemas.openxmlformats.org/officeDocument/2006/relationships" id="259" r:id="R18c68f00c8d34e84"/>
    <p:sldId xmlns:r="http://schemas.openxmlformats.org/officeDocument/2006/relationships" id="260" r:id="Rca4cfab5047c4e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88186424a4ecd" /><Relationship Type="http://schemas.openxmlformats.org/officeDocument/2006/relationships/slideMaster" Target="/ppt/slideMasters/slideMaster1.xml" Id="Ra49cb925e47046f5" /><Relationship Type="http://schemas.openxmlformats.org/officeDocument/2006/relationships/notesMaster" Target="/ppt/notesMasters/notesMaster1.xml" Id="R2d7c7b94a9ca4078" /><Relationship Type="http://schemas.openxmlformats.org/officeDocument/2006/relationships/presProps" Target="/ppt/presProps.xml" Id="Rc26bc116ba2b4e05" /><Relationship Type="http://schemas.openxmlformats.org/officeDocument/2006/relationships/tableStyles" Target="/ppt/tableStyles.xml" Id="R7285b4e5c60440d6" /><Relationship Type="http://schemas.openxmlformats.org/officeDocument/2006/relationships/slide" Target="/ppt/slides/slide1.xml" Id="Re6fdc0824f1f49fd" /><Relationship Type="http://schemas.openxmlformats.org/officeDocument/2006/relationships/slide" Target="/ppt/slides/slide2.xml" Id="R7e66f834fe4c43d6" /><Relationship Type="http://schemas.openxmlformats.org/officeDocument/2006/relationships/slide" Target="/ppt/slides/slide3.xml" Id="R33951a044a7d4b75" /><Relationship Type="http://schemas.openxmlformats.org/officeDocument/2006/relationships/slide" Target="/ppt/slides/slide4.xml" Id="R18c68f00c8d34e84" /><Relationship Type="http://schemas.openxmlformats.org/officeDocument/2006/relationships/slide" Target="/ppt/slides/slide5.xml" Id="Rca4cfab5047c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51849e3b24e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7c1717cda4555" /><Relationship Type="http://schemas.openxmlformats.org/officeDocument/2006/relationships/notesMaster" Target="/ppt/notesMasters/notesMaster1.xml" Id="R41c572da9e6e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1531203dc478c" /><Relationship Type="http://schemas.openxmlformats.org/officeDocument/2006/relationships/notesMaster" Target="/ppt/notesMasters/notesMaster1.xml" Id="Rbd272eaceefa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d9393b74e47fd" /><Relationship Type="http://schemas.openxmlformats.org/officeDocument/2006/relationships/notesMaster" Target="/ppt/notesMasters/notesMaster1.xml" Id="R80581a6521b4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1a27a3ad642c1" /><Relationship Type="http://schemas.openxmlformats.org/officeDocument/2006/relationships/notesMaster" Target="/ppt/notesMasters/notesMaster1.xml" Id="R85b32076548947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79505fb9b461c" /><Relationship Type="http://schemas.openxmlformats.org/officeDocument/2006/relationships/notesMaster" Target="/ppt/notesMasters/notesMaster1.xml" Id="R2b9064699b1b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5d5f1ef1844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c7ffcd4c942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c6278483b47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600cb00b34a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f6f1d88d944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b415fe7f74a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022EF-7A40-472D-A85B-A89E09550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71E765-A072-42F5-850C-9C3A5AF66B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35ED5-E1E2-4DED-9CC2-57AA17A2D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3392DA-D8B2-4848-895B-5945A1331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E58327-BE46-4195-B260-BC226D616C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254484-1D4F-4BD9-A3EB-0CFA9DC35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67AB2A-FAF7-4BB5-AD49-5349BFC35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12C41C-0D92-4463-A16C-46BA22EF8B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2D47DA-B84B-4F89-AFFF-3E5D5DAA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25D7E8-A5D0-4F92-ABFF-AF4AFCA2E5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0f0e2a42cc4fb5" /><Relationship Type="http://schemas.openxmlformats.org/officeDocument/2006/relationships/slideLayout" Target="/ppt/slideLayouts/slideLayout1.xml" Id="Rcc4b6a3e2b5c4bc2" /><Relationship Type="http://schemas.openxmlformats.org/officeDocument/2006/relationships/slideLayout" Target="/ppt/slideLayouts/slideLayout2.xml" Id="Rbd555c524e374954" /><Relationship Type="http://schemas.openxmlformats.org/officeDocument/2006/relationships/slideLayout" Target="/ppt/slideLayouts/slideLayout3.xml" Id="Rd0baac307eaa4944" /><Relationship Type="http://schemas.openxmlformats.org/officeDocument/2006/relationships/slideLayout" Target="/ppt/slideLayouts/slideLayout4.xml" Id="R8317c22f420041a3" /><Relationship Type="http://schemas.openxmlformats.org/officeDocument/2006/relationships/slideLayout" Target="/ppt/slideLayouts/slideLayout5.xml" Id="Ra84ba8b9c9cb43a4" /><Relationship Type="http://schemas.openxmlformats.org/officeDocument/2006/relationships/slideLayout" Target="/ppt/slideLayouts/slideLayout6.xml" Id="R4b4164de1d66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b6a3e2b5c4bc2"/>
    <p:sldLayoutId xmlns:r="http://schemas.openxmlformats.org/officeDocument/2006/relationships" id="2147483650" r:id="Rbd555c524e374954"/>
    <p:sldLayoutId xmlns:r="http://schemas.openxmlformats.org/officeDocument/2006/relationships" id="2147483651" r:id="Rd0baac307eaa4944"/>
    <p:sldLayoutId xmlns:r="http://schemas.openxmlformats.org/officeDocument/2006/relationships" id="2147483652" r:id="R8317c22f420041a3"/>
    <p:sldLayoutId xmlns:r="http://schemas.openxmlformats.org/officeDocument/2006/relationships" id="2147483653" r:id="Ra84ba8b9c9cb43a4"/>
    <p:sldLayoutId xmlns:r="http://schemas.openxmlformats.org/officeDocument/2006/relationships" id="2147483654" r:id="R4b4164de1d66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6505ff36f4706" /><Relationship Type="http://schemas.openxmlformats.org/officeDocument/2006/relationships/notesSlide" Target="/ppt/notesSlides/notesSlide1.xml" Id="Rf7020b3baaf5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9eb7888c7449f" /><Relationship Type="http://schemas.openxmlformats.org/officeDocument/2006/relationships/notesSlide" Target="/ppt/notesSlides/notesSlide2.xml" Id="Ra7aed62b1c9347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90ba6597549c4" /><Relationship Type="http://schemas.openxmlformats.org/officeDocument/2006/relationships/notesSlide" Target="/ppt/notesSlides/notesSlide3.xml" Id="R8fe31e86741540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9d5a0e3774467" /><Relationship Type="http://schemas.openxmlformats.org/officeDocument/2006/relationships/image" Target="/ppt/media/image.png" Id="Rd900b40fe8bf4fe1" /><Relationship Type="http://schemas.openxmlformats.org/officeDocument/2006/relationships/image" Target="/ppt/media/image2.png" Id="R511a666875bd4d57" /><Relationship Type="http://schemas.openxmlformats.org/officeDocument/2006/relationships/notesSlide" Target="/ppt/notesSlides/notesSlide4.xml" Id="Rf15c20294f1b4f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31d875c844ee6" /><Relationship Type="http://schemas.openxmlformats.org/officeDocument/2006/relationships/image" Target="/ppt/media/image3.png" Id="R4356a54a083b4f0e" /><Relationship Type="http://schemas.openxmlformats.org/officeDocument/2006/relationships/notesSlide" Target="/ppt/notesSlides/notesSlide5.xml" Id="Rab6b9af3370c45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DA141-079D-4C20-BDAF-5F9FD989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20290-3AC3-46BC-803B-9108489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MACHINE LEARNING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72EEA-B9D2-4F08-BD48-C11B4E1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Duplicate Question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DED9D-774E-4D06-8E9E-EE972346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Using a Siamese Manhattan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C740-E8D8-43E3-8259-060FB16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D98"/>
                </a:solidFill>
              </a:defRPr>
            </a:pPr>
            <a:r>
              <a:rPr sz="1800" b="0">
                <a:solidFill>
                  <a:srgbClr val="627D98"/>
                </a:solidFill>
              </a:rPr>
              <a:t>A simple system for deciding whether two questions ask the same 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2CBB3-176E-482B-AEEA-CF9B842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E72B-3EF4-44FF-8DE9-3F03C3C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F80ED"/>
                </a:solidFill>
              </a:defRPr>
            </a:pPr>
            <a:r>
              <a:rPr sz="2100" b="1">
                <a:solidFill>
                  <a:srgbClr val="2F80ED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7AC15-04B1-4FDF-A2E3-2673FEF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same meaning?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BE010-1831-4BE7-AFFB-55B6534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Q2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B9A97-F74C-4CC5-852A-F6D18A8E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Presented to: Professor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DB419-02AE-4C06-AD3B-00D03D7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Project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87FBF-680F-4DE5-B692-5218002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1/5</a:t>
            </a:r>
          </a:p>
        </p:txBody>
      </p:sp>
    </p:spTree>
    <p:extLst>
      <p:ext uri="{BB962C8B-B14F-4D97-AF65-F5344CB8AC3E}">
        <p14:creationId xmlns:p14="http://schemas.microsoft.com/office/powerpoint/2010/main" val="2006759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AA1A5-FBCA-4657-9140-973B066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CFF72-3422-411C-A0A2-88E2C65D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Problem, dataset,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B8430-E0AE-47ED-BC45-93EB573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191E9-4F80-4551-81B4-0571685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4E006-99CE-4E68-A91C-8E0FA6E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Input: a pair of natural-language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AB388-2612-4694-A692-62E5A649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84E39-898E-486B-9EC2-E836C1D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Output: duplicate (1) or different (0)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158B9-49D5-4643-8430-EFD13AA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FFB38-EA5D-4480-88E6-391781CB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Goal: capture meaning, even when the words are 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8CFE7-55AD-4922-97AC-7156433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F3B54-5F24-41BA-A5C3-B58C60DC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10FCB-6225-42A0-B4C9-A3813C4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Quora question-pair dataset with question1, question2, and is_duplicate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E343A-A79E-4498-A08D-873C017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DFA1-6438-4EBA-AEC2-79D3259D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75% training, 10% validation from training, and 25%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A1496-00CC-4E7C-A9B8-6E92E26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F29B9-A209-443C-B680-193F4F3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101,073 saved test pairs; stratified split with seed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42A4D-DF60-46AA-BC45-B4E88841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84BF7-6742-492D-9AA3-8F4B3773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C6815-7DDF-4CC2-819A-FCC5D7D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9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Lowercase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Remove stopwords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Porter stemming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Tokenize and pad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 20 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495E6-8541-4ACF-945B-8516548E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2/5</a:t>
            </a:r>
          </a:p>
        </p:txBody>
      </p:sp>
    </p:spTree>
    <p:extLst>
      <p:ext uri="{BB962C8B-B14F-4D97-AF65-F5344CB8AC3E}">
        <p14:creationId xmlns:p14="http://schemas.microsoft.com/office/powerpoint/2010/main" val="177885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0CF6C-A515-44D6-96DA-66649305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CA082-2283-48D9-82E5-EA157EB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Siamese MaLSTM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6CF42-E0BE-4954-98A8-8AF713B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00EAE-2D67-4366-B712-AB72A63F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EB2F9-E235-481E-B1C6-59A9EE10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AE334-AC55-4B21-A098-AF2FA606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EE0EA-5CC8-45FA-B3F3-34C50947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D5C57-83D4-45A0-95A3-0101C951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Shared LSTM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057C8-5EB6-4951-9701-AEA5B502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E9897-F230-4F3E-BAEF-F60024ED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DEA06-9DA2-4DF0-A3F9-BF29708C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7AEA5-EED7-4EAC-85C7-91B006D0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09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A085"/>
                </a:solidFill>
              </a:defRPr>
            </a:pPr>
            <a:r>
              <a:rPr sz="1650" b="1">
                <a:solidFill>
                  <a:srgbClr val="16A085"/>
                </a:solidFill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C2EC4-1A23-4130-B902-2A516BE1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904875" cy="8096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6495B-3FAA-4322-B9CB-64EC986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904875" cy="1047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00885-0005-4722-B9E6-C110FFF1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809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D3469-1B74-4B0D-98A4-3A80B92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F0A2B-BACD-415D-8FF7-3D9BC82F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90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27D98"/>
                </a:solidFill>
              </a:defRPr>
            </a:pPr>
            <a:r>
              <a:rPr sz="1575" b="0">
                <a:solidFill>
                  <a:srgbClr val="627D98"/>
                </a:solidFill>
              </a:rPr>
              <a:t>Both questions use the same network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F7C2D-E114-40C6-BAE1-8538A93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F80ED"/>
                </a:solidFill>
              </a:defRPr>
            </a:pPr>
            <a:r>
              <a:rPr sz="1875" b="1">
                <a:solidFill>
                  <a:srgbClr val="2F80ED"/>
                </a:solidFill>
              </a:rPr>
              <a:t>Similarity = exp(− Manhattan distance)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B781E-8FB8-49FF-BC40-7C15E49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300d embeddings  |  50 LSTM units  |  threshold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AB230-C52D-452F-8F0D-FB607E9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3/5</a:t>
            </a:r>
          </a:p>
        </p:txBody>
      </p:sp>
    </p:spTree>
    <p:extLst>
      <p:ext uri="{BB962C8B-B14F-4D97-AF65-F5344CB8AC3E}">
        <p14:creationId xmlns:p14="http://schemas.microsoft.com/office/powerpoint/2010/main" val="1479330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40AC3A-53BD-4335-BD62-970A564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0BFBD-0DD4-4722-8FB9-E922FBC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Results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1E89D-3868-4C4B-8648-C94B23E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Held-out test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3754C-9927-4E1F-A3C4-E575CE9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Google 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8A624-C3DF-45BC-B03D-D78274C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C1B30-9A48-4DC1-BF1C-77BB028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381741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B449B-74E4-4919-8D3B-D63DADC1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6195B-01E9-48EA-80FB-BC878AE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FastText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532DA-49E3-481B-ADF7-F8970F55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81AAB-6560-4847-8EAE-B5DF7D9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384000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B2AD1-AEB7-430F-8F49-0920A42C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81.59%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6B470-D766-4184-8AAD-8D4968F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Subword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165E0-94FB-4849-BC83-1C46CC7B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1DA8B-4FB9-4F33-A052-A23510F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3779767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4403D-5D54-4410-8D9A-69CE985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80.31%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AE0AA-4383-4D67-A0D9-97E1F3C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Original ensemble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2FA55-0C85-4E4D-9C11-B355E033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33762-AC77-47B2-AF96-A8DDDAC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3850364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5B11D-7923-454A-BE6B-5DEFB798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81.81%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1A098-2CD5-4F91-88DA-B694B091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Isotonic blend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1B522-5485-4C13-9846-1EA2CAC1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26109-6749-442B-B1C3-ED5F39A4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387577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A0E67-F659-4575-BE5B-9A7FD3D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82.35%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91265-452F-4529-9F39-9773056B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What we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5F953-01C4-4EA8-8BE7-39B1B2F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91CD8-566B-4A2C-8B49-4FF4F89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Accuracy: overall correct predictions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E42EB-D96A-4279-BF01-9FFDEA69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84953-B647-4676-BB57-FD35EC8B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Precision, recall, and F1: quality of duplicate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F49046-AB53-4D11-8D4F-2CFD85A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FC1279-F1F8-4B63-B9BA-92C246B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Confusion matrix and calibration: where errors occur and how reliable scores are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72D0D3-685C-4E26-9573-364CEE1B1E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0b40fe8bf4fe1"/>
          <a:stretch xmlns:a="http://schemas.openxmlformats.org/drawingml/2006/main"/>
        </p:blipFill>
        <p:spPr>
          <a:xfrm xmlns:a="http://schemas.openxmlformats.org/drawingml/2006/main">
            <a:off x="8239125" y="1284043"/>
            <a:ext cx="3333750" cy="2051538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D881B-06D8-4B51-ACD2-6D6E36D79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a666875bd4d57"/>
          <a:stretch xmlns:a="http://schemas.openxmlformats.org/drawingml/2006/main"/>
        </p:blipFill>
        <p:spPr>
          <a:xfrm xmlns:a="http://schemas.openxmlformats.org/drawingml/2006/main">
            <a:off x="8239125" y="4048125"/>
            <a:ext cx="3333750" cy="9048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A54501-13F7-4FFC-8CC7-F9E325BD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4/5</a:t>
            </a:r>
          </a:p>
        </p:txBody>
      </p:sp>
    </p:spTree>
    <p:extLst>
      <p:ext uri="{BB962C8B-B14F-4D97-AF65-F5344CB8AC3E}">
        <p14:creationId xmlns:p14="http://schemas.microsoft.com/office/powerpoint/2010/main" val="3290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A7E93-51B9-45A3-B7D0-9120645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A8109-51D5-47EB-9469-F3EF61C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Ensemble improvement and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CCFF5-D883-4EE2-BF58-B7D3F1C2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Why combine models?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DA072-5C54-4F4D-909A-D42A5FF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0C2F4-3DDD-4133-93CE-724552E5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Each embedding sees language in a different 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83C6E-884C-484E-AC63-4E156EE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19935-A02A-4A10-A7B5-35BEA065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 weighted blend can reduce the weaknesses of one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7F161-84FD-4F87-BF72-938CE1B2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40AB9-7E26-4812-99CA-F111F75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Calibration and threshold tuning improve the balance of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3554-ECA8-486A-ADCA-12ADD15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1FCE-8EE2-45DB-B5BB-7C6C606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A085"/>
                </a:solidFill>
              </a:defRPr>
            </a:pPr>
            <a:r>
              <a:rPr sz="1500" b="1">
                <a:solidFill>
                  <a:srgbClr val="16A085"/>
                </a:solidFill>
              </a:rPr>
              <a:t>Key 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E8685-FAE6-49B4-B9A7-83A2138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Original ensemble: 81.81%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Selected isotonic blend: 82.35%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Improvement: +0.54 percentage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CEEEA-1180-46EF-823B-D4A645DD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4762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E814B-F09A-4AD7-BF98-0FA7619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Conclusion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D598E-479B-449A-8F37-993E2C7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Siamese MaLSTM compares question meaning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FastText gives the best single-model 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The ensemble improves the final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Future work: test more architectures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34162-3D6F-44F8-B47B-49D5D370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 useful baseline for duplicate-question detection.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3FBC6-6013-43F2-8BD1-0ACB88C17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a54a083b4f0e"/>
          <a:stretch xmlns:a="http://schemas.openxmlformats.org/drawingml/2006/main"/>
        </p:blipFill>
        <p:spPr>
          <a:xfrm xmlns:a="http://schemas.openxmlformats.org/drawingml/2006/main">
            <a:off x="2226469" y="5286375"/>
            <a:ext cx="1833563" cy="1000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57C46-C764-4E71-BDB4-C76BC7D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5/5</a:t>
            </a:r>
          </a:p>
        </p:txBody>
      </p:sp>
    </p:spTree>
    <p:extLst>
      <p:ext uri="{BB962C8B-B14F-4D97-AF65-F5344CB8AC3E}">
        <p14:creationId xmlns:p14="http://schemas.microsoft.com/office/powerpoint/2010/main" val="528429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2026-10-08T15:43:52.4710000Z</dcterms:created>
  <dcterms:modified xsi:type="dcterms:W3CDTF">2026-10-08T15:43:52.4710000Z</dcterms:modified>
</coreProperties>
</file>